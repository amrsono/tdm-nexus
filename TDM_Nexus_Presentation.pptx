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99"/>
                </a:solidFill>
              </a:defRPr>
            </a:pPr>
            <a:r>
              <a:t>TDM Nexus: Capabilities, Gains, and Reflections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Web Application for Technical Delivery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Introduction to TDM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TDM Nexus?</a:t>
            </a:r>
          </a:p>
          <a:p>
            <a:r>
              <a:t>• A comprehensive dashboard and management tool tailored for Technical Delivery Managers (TDMs).</a:t>
            </a:r>
          </a:p>
          <a:p>
            <a:r>
              <a:t>• Centralized platform for tracking releases, finances, quality, and governance.</a:t>
            </a:r>
          </a:p>
          <a:p>
            <a:r>
              <a:t>• Replaces fragmented tools with an interactive, responsive, and dynamic user interface featuring 3D visualizations.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 that drive efficiency:</a:t>
            </a:r>
          </a:p>
          <a:p>
            <a:r>
              <a:t>• Release Planning &amp; Governance: Dedicated modules for Release Planning Meetings (RPM), POAP, and lifecycle tracking.</a:t>
            </a:r>
          </a:p>
          <a:p>
            <a:r>
              <a:t>• Financial Management &amp; Approvals: End-to-end tracking of budgets, ICAR movements, and domain cross-charges.</a:t>
            </a:r>
          </a:p>
          <a:p>
            <a:r>
              <a:t>• Quality Assurance: Integrated defect tracking, testing quality metrics, and hypercare (ELS) monitoring.</a:t>
            </a:r>
          </a:p>
          <a:p>
            <a:r>
              <a:t>• Seamless Workflows: Contextual tools including walkthrough wizards, implementation tracking, and data analyzing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User Experience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modern workflows:</a:t>
            </a:r>
          </a:p>
          <a:p>
            <a:r>
              <a:t>• Fully responsive design accommodating desktop, tablet, and mobile views to keep TDMs connected on-the-go.</a:t>
            </a:r>
          </a:p>
          <a:p>
            <a:r>
              <a:t>• Contextual views with adaptable layouts, split-modes, and data-rich tables without screen clutter.</a:t>
            </a:r>
          </a:p>
          <a:p>
            <a:r>
              <a:t>• Immersive data visualization powered by ThreeJS 3D canvas, optimizing GPU performance dynamically based on the device.</a:t>
            </a:r>
          </a:p>
          <a:p>
            <a:r>
              <a:t>• Theming support, intelligent breakpoints, and accessible touch targets for a premium feel.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Key Gains from Using TDM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Measurable improvements in daily operations:</a:t>
            </a:r>
          </a:p>
          <a:p>
            <a:r>
              <a:t>• Process Efficiency: Streamlined planning to delivery processes via a 'single pane of glass'.</a:t>
            </a:r>
          </a:p>
          <a:p>
            <a:r>
              <a:t>• Real-Time Visibility: Immediate insight into RAG statuses (Red, Amber, Green) for epics, features, and deliveries.</a:t>
            </a:r>
          </a:p>
          <a:p>
            <a:r>
              <a:t>• Platform Synchronization: Seamlessly bridges the gap between Planning (P2D) and Release Management workflows.</a:t>
            </a:r>
          </a:p>
          <a:p>
            <a:r>
              <a:t>• Robust Cost Control: Enhanced visibility into VROMs, CAPEX/OPEX budgets, and domain timesheet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Reflections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Looking ahead:</a:t>
            </a:r>
          </a:p>
          <a:p>
            <a:r>
              <a:t>• Continuous Improvement: The ongoing transition towards a fully mobile-friendly UX ensures maximum flexibility.</a:t>
            </a:r>
          </a:p>
          <a:p>
            <a:r>
              <a:t>• Improved Data Quality: Enforcing data hygiene in interconnected ADO fields vastly improves project predictability and forecasting.</a:t>
            </a:r>
          </a:p>
          <a:p>
            <a:r>
              <a:t>• Empowered Collaboration: Cross-domain integration enables a true DevOps and Helix model delivery cadence.</a:t>
            </a:r>
          </a:p>
          <a:p>
            <a:r>
              <a:t>• Scalable Architecture: The web application is built to easily adapt to new portfolios, expanded teams, and future capabilities.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