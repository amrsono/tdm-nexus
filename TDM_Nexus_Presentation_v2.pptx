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99"/>
                </a:solidFill>
              </a:defRPr>
            </a:pPr>
            <a:r>
              <a:t>TDM Nexus</a:t>
            </a:r>
          </a:p>
          <a:p>
            <a:pPr>
              <a:defRPr sz="4400" b="1">
                <a:solidFill>
                  <a:srgbClr val="003399"/>
                </a:solidFill>
              </a:defRPr>
            </a:pPr>
            <a:r>
              <a:t>Capabilities, Gains, &amp; Reflections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Web Application for Technical Delivery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Introduction to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What is TDM Nexus?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A comprehensive dashboard and management tool tailored for Technical Delivery Managers (TDMs).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Centralized platform for tracking releases, finances, quality, and governance.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Replaces fragmented tools with an interactive, responsive, and dynamic user interface.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Features 3D visualizations and real-time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Core Capabilities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Key features that drive efficiency: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Release Planning &amp; Governance: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Dedicated modules for Release Planning Meetings (RPM).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POAP and full lifecycle tracking.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Financial Management &amp; Approvals: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End-to-end tracking of budgets.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Monitoring ICAR movements and domain cross-charges.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Core Capabilities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Ensuring quality and seamless operation: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Quality Assurance: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Integrated defect tracking.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Testing quality metrics.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Hypercare (ELS) monitoring.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Seamless Workflows: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Contextual tools including walkthrough wizards.</a:t>
            </a:r>
          </a:p>
          <a:p>
            <a:pPr lvl="1">
              <a:defRPr sz="2200">
                <a:solidFill>
                  <a:srgbClr val="404040"/>
                </a:solidFill>
              </a:defRPr>
            </a:pPr>
            <a:r>
              <a:t>Implementation tracking and data analyzing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User Experience &amp;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Designed for modern workflows: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Fully responsive design accommodating desktop, tablet, and mobile views to keep TDMs connected.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Contextual views with adaptable layouts, split-modes, and data-rich tables.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Immersive data visualization powered by ThreeJS 3D canvas.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Optimized GPU performance dynamically based on the device.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Theming support, intelligent breakpoints, and accessible touch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Key Gains from Using TDM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/>
            </a:pPr>
            <a:r>
              <a:t>Measurable improvements in daily operations: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Process Efficiency: Streamlined planning to delivery processes via a 'single pane of glass'.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Real-Time Visibility: Immediate insight into RAG statuses (Red, Amber, Green).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Platform Synchronization: Seamlessly bridges the gap between Planning and Release Management.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Robust Cost Control: Enhanced visibility into VROMs, budgets, and domain timesheet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301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TDM Nexus Capabilities, Gains, &amp; Reflections</vt:lpstr>
      <vt:lpstr>Introduction to TDM Nexus</vt:lpstr>
      <vt:lpstr>Core Capabilities (1/2)</vt:lpstr>
      <vt:lpstr>Core Capabilities (2/2)</vt:lpstr>
      <vt:lpstr>User Experience &amp; Design</vt:lpstr>
      <vt:lpstr>Key Gains from Using TDM Nexus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Sono Pc</cp:lastModifiedBy>
  <cp:revision>2</cp:revision>
  <dcterms:created xsi:type="dcterms:W3CDTF">2013-01-27T09:14:16Z</dcterms:created>
  <dcterms:modified xsi:type="dcterms:W3CDTF">2026-08-13T11:05:35Z</dcterms:modified>
  <cp:category/>
</cp:coreProperties>
</file>